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  <Relationship Id="rId2"
    Type="http://schemas.openxmlformats.org/package/2006/relationships/metadata/core-properties"
    Target="docProps/core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Sz cx="12192119" cy="6858000" type="custom"/>
  <p:notesSz cx="12192119" cy="6858000"/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defaultTextStyle/>
</p:presentation>
</file>

<file path=ppt/_rels/presentation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slideMasters/slideMaster1.xml"/>
  <Relationship Id="rId2"
    Type="http://schemas.openxmlformats.org/officeDocument/2006/relationships/theme"
   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63B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2160000" cy="6858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80000"/>
            <a:ext cx="7200000" cy="43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100" b="1" dirty="0">
                <a:solidFill>
                  <a:srgbClr val="1DE0C4"/>
                </a:solidFill>
              </a:rPr>
              <a:t>FIZIOTERAPIYA  ·  REPRODUKTIV SALOMATLIK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16000" y="720000"/>
            <a:ext cx="7920000" cy="12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800" b="1" dirty="0">
                <a:solidFill>
                  <a:srgbClr val="FFFFFF"/>
                </a:solidFill>
              </a:rPr>
              <a:t>Akusherlik-ginekologiya hamda</a:t>
            </a:r>
          </a:p>
          <a:p>
            <a:pPr algn="l" indent="0" marL="0"/>
            <a:r>
              <a:rPr lang="uz-UZ" sz="2800" b="1" dirty="0">
                <a:solidFill>
                  <a:srgbClr val="FFFFFF"/>
                </a:solidFill>
              </a:rPr>
              <a:t>urologik-andrologik amaliyotda</a:t>
            </a:r>
          </a:p>
          <a:p>
            <a:pPr algn="l" indent="0" marL="0"/>
            <a:r>
              <a:rPr lang="uz-UZ" sz="2800" b="1" dirty="0">
                <a:solidFill>
                  <a:srgbClr val="1DE0C4"/>
                </a:solidFill>
              </a:rPr>
              <a:t>fizioterapiya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16000" y="2160000"/>
            <a:ext cx="8640000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BDEEE7"/>
                </a:solidFill>
              </a:rPr>
              <a:t>Jismoniy omillarning davolash-tiklash kuchidan reproduktiv</a:t>
            </a:r>
          </a:p>
          <a:p>
            <a:pPr algn="l" indent="0" marL="0"/>
            <a:r>
              <a:rPr lang="uz-UZ" sz="1400" b="0" dirty="0">
                <a:solidFill>
                  <a:srgbClr val="BDEEE7"/>
                </a:solidFill>
              </a:rPr>
              <a:t>salomatlikni mustahkamlashda foydalanish — zamonaviy yondashuv.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16000" y="2951999"/>
            <a:ext cx="720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13B3A6"/>
                </a:solidFill>
              </a:rPr>
              <a:t>PhysioMed  ·  2026  ·  14 slayd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TAQDIMOT REJASI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79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720000"/>
            <a:ext cx="526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01 – Fizioterapiya tushunchasi va o'rni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06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990000"/>
            <a:ext cx="526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02 – Maqsad va vazifalari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33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260000"/>
            <a:ext cx="526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03 – Asosiy fizik omillar va usullar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60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530000"/>
            <a:ext cx="526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04 – Akusherlikda qo'llanilishi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20000" y="799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256800" y="72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05 – Ginekologiyada qo'llanilishi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20000" y="1069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256800" y="99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06 – Tos tubi mushaklari reabilitatsiyasi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20000" y="1339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256800" y="126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07 – Urologiya va andrologiyada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20000" y="1609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256800" y="153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08 – Ko'rsatma, qarshi ko'rsatma, xulosa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01 · FIZIOTERAPIYA NIMA?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90000" cy="2340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96000" y="720000"/>
            <a:ext cx="5400000" cy="54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Fizioterapiya — tabiiy va sun'iy jismoniy omillar</a:t>
            </a:r>
          </a:p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(elektr, magnit, ultratovush, issiqlik, suv) yordamida</a:t>
            </a:r>
          </a:p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kasalliklarni davolash va organizmni tiklash sohasidir.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00000" y="648000"/>
            <a:ext cx="5580000" cy="2448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480000" y="792000"/>
            <a:ext cx="522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FFFFFF"/>
                </a:solidFill>
              </a:rPr>
              <a:t>Reproduktiv tibbiyotda ahamiyati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1303200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16800" y="122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Surunkali yallig'lanishlarni kamaytiradi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1573200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16800" y="149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Qon va limfa aylanishini yaxshilaydi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1843200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16800" y="176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Bitishmalar va og'riqni yumshatadi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2113200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16800" y="203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Dorilar samarasini kuchaytiradi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96000" y="1368000"/>
            <a:ext cx="5400000" cy="54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13B3A6"/>
                </a:solidFill>
              </a:rPr>
              <a:t>✔ Dorisiz    ✔ Og'riqsiz    ✔ Kam nojo'ya ta'sir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02 · FIZIOTERAPIYANING VAZIFALARI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125999" cy="1080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78000" y="792000"/>
            <a:ext cx="35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Og'riqni bartaraf etish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78000" y="1080000"/>
            <a:ext cx="3528001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Analgetik ta'sir orqali tos sohasidagi og'riqni kamaytirish.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378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125999" cy="10800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374000" y="792000"/>
            <a:ext cx="35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Yallig'lanishga qarshi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374000" y="1080000"/>
            <a:ext cx="3528001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Infiltratlarni so'rdirish, shishni kamaytirish.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378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125999" cy="1080000"/>
          </a:xfrm>
          <a:prstGeom prst="rect">
            <a:avLst/>
          </a:prstGeom>
          <a:solidFill>
            <a:srgbClr val="FFC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370000" y="792000"/>
            <a:ext cx="35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Qon aylanishini yaxshilash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370000" y="1080000"/>
            <a:ext cx="3528001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Mahalliy mikrosirkulyatsiya va to'qima oziqlanishi.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944000"/>
            <a:ext cx="378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944000"/>
            <a:ext cx="125999" cy="1080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78000" y="2016000"/>
            <a:ext cx="35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Funksiyani tiklash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78000" y="2304000"/>
            <a:ext cx="3528001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Organlar va mushaklarning normal faoliyatini tiklash.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1944000"/>
            <a:ext cx="378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1944000"/>
            <a:ext cx="125999" cy="10800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374000" y="2016000"/>
            <a:ext cx="35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Profilaktika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374000" y="2304000"/>
            <a:ext cx="3528001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Surunkalashuv va asoratlarning oldini olish.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1944000"/>
            <a:ext cx="378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1944000"/>
            <a:ext cx="125999" cy="1080000"/>
          </a:xfrm>
          <a:prstGeom prst="rect">
            <a:avLst/>
          </a:prstGeom>
          <a:solidFill>
            <a:srgbClr val="FFC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370000" y="2016000"/>
            <a:ext cx="35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Hayot sifatini oshirish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370000" y="2304000"/>
            <a:ext cx="3528001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Reproduktiv salomatlik va umumiy holatni yaxshilash.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03 · ASOSIY FIZIK OMILLAR VA USULLAR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08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52000" y="882000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06262A"/>
                </a:solidFill>
              </a:rPr>
              <a:t>Elektroterapiya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52000" y="1152000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Galvanizatsiya, elektroforez, SMT, interferensiya toklari.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37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3780000" cy="1080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48000" y="882000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06262A"/>
                </a:solidFill>
              </a:rPr>
              <a:t>Magnitoterapiya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48000" y="1152000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Doimiy va o'zgaruvchan magnit maydoni — yallig'lanishga qarshi.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37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3780000" cy="108000"/>
          </a:xfrm>
          <a:prstGeom prst="rect">
            <a:avLst/>
          </a:prstGeom>
          <a:solidFill>
            <a:srgbClr val="FFC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244000" y="882000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06262A"/>
                </a:solidFill>
              </a:rPr>
              <a:t>Lazeroterapiya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244000" y="1152000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Past intensivlikdagi lazer — to'qima regeneratsiyasini tezlashtiradi.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871999"/>
            <a:ext cx="37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871999"/>
            <a:ext cx="3780000" cy="108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52000" y="2033999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06262A"/>
                </a:solidFill>
              </a:rPr>
              <a:t>Ultratovush / Fonoforez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52000" y="2303999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Mikromassaj effekti va dorilarni to'qimaga yetkazish.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1871999"/>
            <a:ext cx="37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1871999"/>
            <a:ext cx="3780000" cy="1080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48000" y="2033999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06262A"/>
                </a:solidFill>
              </a:rPr>
              <a:t>Yorug'lik / UFO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48000" y="2303999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Infraqizil, ultrabinafsha nurlanish — bakteritsid ta'sir.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1871999"/>
            <a:ext cx="3780000" cy="1007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1871999"/>
            <a:ext cx="3780000" cy="108000"/>
          </a:xfrm>
          <a:prstGeom prst="rect">
            <a:avLst/>
          </a:prstGeom>
          <a:solidFill>
            <a:srgbClr val="FFC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244000" y="2033999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06262A"/>
                </a:solidFill>
              </a:rPr>
              <a:t>Termoterapiya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244000" y="2303999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Loy, parafin, mineral vannalar va kurort omillari.</a:t>
            </a:r>
          </a:p>
        </p:txBody>
      </p:sp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04 · AKUSHERLIKDA FIZIOTERAPIYA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79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72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Homiladorlik davrida: erta toksikoz, bel og'riqlari, shishlarda (ko'rsatma bo'yicha)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06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99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Tug'ruqdan keyin: bachadon involyutsiyasini tezlashtirish, tikuvlar bitishi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33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26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Laktostaz va mastit: ultratovush va magnit terapiya bilan davolash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60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53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Episiotomiya / sezar: chandiqlarni yumshatish, bitishmalar profilaktikasi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648000"/>
            <a:ext cx="5472000" cy="2520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23999" y="827999"/>
            <a:ext cx="5184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FFFFFF"/>
                </a:solidFill>
              </a:rPr>
              <a:t>Asosiy effektlar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303200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22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Bachadon qisqaruvini rag'batlantirish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573200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49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Yiringli-yallig'lanish asoratlari profilaktikasi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843200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76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Tikuvlar tez bitishi va og'riq kamayishi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2113200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203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Laktatsiyani me'yorlashtirish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05 · GINEKOLOGIYADA FIZIOTERAPIYA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55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125999" cy="1152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78000" y="792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Surunkali yallig'lanishlar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78000" y="1116000"/>
            <a:ext cx="5328001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E7D80"/>
                </a:solidFill>
              </a:rPr>
              <a:t>Salpingooforit, endometrit, servisitda — infiltratlarni so'rdirish.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720000"/>
            <a:ext cx="55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720000"/>
            <a:ext cx="125999" cy="11520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90000" y="792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Bepushtlik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390000" y="1116000"/>
            <a:ext cx="5328001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E7D80"/>
                </a:solidFill>
              </a:rPr>
              <a:t>Naysimon-peritoneal bepushtlikda bitishmalarni yumshatish, naychalarni tiklash.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052000"/>
            <a:ext cx="55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052000"/>
            <a:ext cx="125999" cy="1152000"/>
          </a:xfrm>
          <a:prstGeom prst="rect">
            <a:avLst/>
          </a:prstGeom>
          <a:solidFill>
            <a:srgbClr val="FFC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78000" y="2124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Menstrual buzilishlar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78000" y="2448000"/>
            <a:ext cx="5328001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E7D80"/>
                </a:solidFill>
              </a:rPr>
              <a:t>Algodismenoreya va gormonal nomutanosiblikda yordamchi vosita.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2052000"/>
            <a:ext cx="55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2052000"/>
            <a:ext cx="125999" cy="1152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90000" y="2124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Operatsiyadan keyin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390000" y="2448000"/>
            <a:ext cx="5328001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E7D80"/>
                </a:solidFill>
              </a:rPr>
              <a:t>Reabilitatsiya, chandiq va bitishmalar profilaktikasi.</a:t>
            </a:r>
          </a:p>
        </p:txBody>
      </p:sp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06 · TOS TUBI MUSHAKLARINI TIKLASH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16000" y="720000"/>
            <a:ext cx="5760000" cy="72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Tos tubi disfunksiyasi — siydik tutolmaslik, jinsiy a'zolar</a:t>
            </a:r>
          </a:p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tushishi va og'riqning asosiy sababidir. Maxsus reabilitatsiya</a:t>
            </a:r>
          </a:p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juda yuqori samaradorlikka ega.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591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512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Kegel mashqlari — mushak tonusini mustahkamlash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861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782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BFB (biologik teskari aloqa) — nazorat ostida mashq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2131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2052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Elektromiostimulyatsiya — zaiflashgan mushaklarni faollashtirish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648000"/>
            <a:ext cx="5472000" cy="2520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23999" y="827999"/>
            <a:ext cx="5184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FFFFFF"/>
                </a:solidFill>
              </a:rPr>
              <a:t>Ko'rsatkichlar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623999" y="1224000"/>
            <a:ext cx="5040000" cy="32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800" b="1" dirty="0">
                <a:solidFill>
                  <a:srgbClr val="1DE0C4"/>
                </a:solidFill>
              </a:rPr>
              <a:t>↑ 70%  —  siydik tutish nazorati yaxshilanishi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735199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655999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Tug'ruqdan keyingi tiklanish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2005199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925999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Stress-inkontinensiya davosi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2275199"/>
            <a:ext cx="64800" cy="64800"/>
          </a:xfrm>
          <a:prstGeom prst="rect">
            <a:avLst/>
          </a:prstGeom>
          <a:solidFill>
            <a:srgbClr val="1DE0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2195999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Jinsiy funksiyani yaxshilash</a:t>
            </a:r>
          </a:p>
        </p:txBody>
      </p:sp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07 · UROLOGIK AMALIYOTDA FIZIOTERAPIYA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55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125999" cy="1152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78000" y="792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Surunkali prostatit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78000" y="1116000"/>
            <a:ext cx="5328001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E7D80"/>
                </a:solidFill>
              </a:rPr>
              <a:t>Magnit-lazer va elektrostimulyatsiya — prostatada qon aylanishini yaxshilaydi.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720000"/>
            <a:ext cx="55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720000"/>
            <a:ext cx="125999" cy="11520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90000" y="792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Siydik tutolmaslik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390000" y="1116000"/>
            <a:ext cx="5328001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E7D80"/>
                </a:solidFill>
              </a:rPr>
              <a:t>Tos tubi elektrostimulyatsiyasi va BFB orqali qovuq nazoratini tiklash.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052000"/>
            <a:ext cx="55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052000"/>
            <a:ext cx="125999" cy="1152000"/>
          </a:xfrm>
          <a:prstGeom prst="rect">
            <a:avLst/>
          </a:prstGeom>
          <a:solidFill>
            <a:srgbClr val="FFC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78000" y="2124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Siydik-tosh kasalligi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78000" y="2448000"/>
            <a:ext cx="5328001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E7D80"/>
                </a:solidFill>
              </a:rPr>
              <a:t>Ultratovush va vibroterapiya mayda toshlar chiqishiga ko'maklashadi.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2052000"/>
            <a:ext cx="55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2052000"/>
            <a:ext cx="125999" cy="1152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90000" y="2124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06262A"/>
                </a:solidFill>
              </a:rPr>
              <a:t>Sistit va uretrit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390000" y="2448000"/>
            <a:ext cx="5328001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E7D80"/>
                </a:solidFill>
              </a:rPr>
              <a:t>Yallig'lanishga qarshi, og'riqni kamaytiruvchi protseduralar.</a:t>
            </a:r>
          </a:p>
        </p:txBody>
      </p:sp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08 · ANDROLOGIK AMALIYOTDA FIZIOTERAPIYA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79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72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Erektil disfunksiya: magnit-lazer va zarba to'lqinli terapiya (LI-ESWT)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06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99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Erkak bepushtligi: spermatogenezni yaxshilash, dimlanishni kamaytirish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33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26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Surunkali tos og'rig'i: elektro- va magnitoterapiya bilan kompleks davolash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609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53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06262A"/>
                </a:solidFill>
              </a:rPr>
              <a:t>Peyroni kasalligi: fonoforez va lazer bilan chandiqlarni yumshatish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648000"/>
            <a:ext cx="5472000" cy="2520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23999" y="827999"/>
            <a:ext cx="5184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FFFFFF"/>
                </a:solidFill>
              </a:rPr>
              <a:t>Zamonaviy yo'nalish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623999" y="1260000"/>
            <a:ext cx="5040000" cy="108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Zarba to'lqinli terapiya (LI-ESWT) erektil</a:t>
            </a:r>
          </a:p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disfunksiyada angiogenezni rag'batlantirib,</a:t>
            </a:r>
          </a:p>
          <a:p>
            <a:pPr algn="l" indent="0" marL="0"/>
            <a:r>
              <a:rPr lang="uz-UZ" sz="1300" b="0" dirty="0">
                <a:solidFill>
                  <a:srgbClr val="CFEEE9"/>
                </a:solidFill>
              </a:rPr>
              <a:t>dorisiz natija beradi.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623999" y="2340000"/>
            <a:ext cx="504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1" dirty="0">
                <a:solidFill>
                  <a:srgbClr val="1DE0C4"/>
                </a:solidFill>
              </a:rPr>
              <a:t>✔ Dorisiz  ·  Fiziologik tiklanish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09 · KO'RSATMA VA QARSHI KO'RSATMALAR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684000"/>
            <a:ext cx="5688000" cy="2700000"/>
          </a:xfrm>
          <a:prstGeom prst="rect">
            <a:avLst/>
          </a:prstGeom>
          <a:solidFill>
            <a:srgbClr val="E9FB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24000" y="792000"/>
            <a:ext cx="504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0A7D70"/>
                </a:solidFill>
              </a:rPr>
              <a:t>✔  KO'RSATMALAR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1231200"/>
            <a:ext cx="64800" cy="64800"/>
          </a:xfrm>
          <a:prstGeom prst="rect">
            <a:avLst/>
          </a:prstGeom>
          <a:solidFill>
            <a:srgbClr val="0A7D7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115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3A5A5C"/>
                </a:solidFill>
              </a:rPr>
              <a:t>Surunkali yallig'lanish jarayonlari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1501200"/>
            <a:ext cx="64800" cy="64800"/>
          </a:xfrm>
          <a:prstGeom prst="rect">
            <a:avLst/>
          </a:prstGeom>
          <a:solidFill>
            <a:srgbClr val="0A7D7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142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3A5A5C"/>
                </a:solidFill>
              </a:rPr>
              <a:t>Bitishma kasalligi va chandiqlar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1771200"/>
            <a:ext cx="64800" cy="64800"/>
          </a:xfrm>
          <a:prstGeom prst="rect">
            <a:avLst/>
          </a:prstGeom>
          <a:solidFill>
            <a:srgbClr val="0A7D7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169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3A5A5C"/>
                </a:solidFill>
              </a:rPr>
              <a:t>Reabilitatsiya (operatsiya/tug'ruqdan keyin)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2041200"/>
            <a:ext cx="64800" cy="64800"/>
          </a:xfrm>
          <a:prstGeom prst="rect">
            <a:avLst/>
          </a:prstGeom>
          <a:solidFill>
            <a:srgbClr val="0A7D7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196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3A5A5C"/>
                </a:solidFill>
              </a:rPr>
              <a:t>Surunkali og'riq sindromlari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2311200"/>
            <a:ext cx="64800" cy="64800"/>
          </a:xfrm>
          <a:prstGeom prst="rect">
            <a:avLst/>
          </a:prstGeom>
          <a:solidFill>
            <a:srgbClr val="0A7D7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223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3A5A5C"/>
                </a:solidFill>
              </a:rPr>
              <a:t>Funksional bepushtlik shakllari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2581200"/>
            <a:ext cx="64800" cy="64800"/>
          </a:xfrm>
          <a:prstGeom prst="rect">
            <a:avLst/>
          </a:prstGeom>
          <a:solidFill>
            <a:srgbClr val="0A7D7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250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3A5A5C"/>
                </a:solidFill>
              </a:rPr>
              <a:t>Tos tubi disfunksiyasi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228000" y="684000"/>
            <a:ext cx="5688000" cy="2700000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72000" y="792000"/>
            <a:ext cx="504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C64363"/>
                </a:solidFill>
              </a:rPr>
              <a:t>✖  QARSHI KO'RSATMALAR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1231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115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A3A40"/>
                </a:solidFill>
              </a:rPr>
              <a:t>Xavfli o'smalar (onkologiya)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1501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142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A3A40"/>
                </a:solidFill>
              </a:rPr>
              <a:t>O'tkir yiringli jarayonlar va isitma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1771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169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A3A40"/>
                </a:solidFill>
              </a:rPr>
              <a:t>Qon ketish va qon kasalliklari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2041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196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A3A40"/>
                </a:solidFill>
              </a:rPr>
              <a:t>Dekompensatsiyalangan og'ir holatlar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2311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223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A3A40"/>
                </a:solidFill>
              </a:rPr>
              <a:t>Yurak-qon tomir yetishmovchiligi (og'ir)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2581200"/>
            <a:ext cx="64800" cy="648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250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5A3A40"/>
                </a:solidFill>
              </a:rPr>
              <a:t>Fizik omilga individual chidamsizlik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10 · INNOVATSION FIZIOTERAPIYA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080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51999" y="900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06262A"/>
                </a:solidFill>
              </a:rPr>
              <a:t>Zarba to'lqinli terapiya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51999" y="1188000"/>
            <a:ext cx="3600000" cy="61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ED va Peyroni kasalligida angiogenez va to'qima yangilanishi.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212000" y="720000"/>
            <a:ext cx="37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212000" y="720000"/>
            <a:ext cx="3780000" cy="108000"/>
          </a:xfrm>
          <a:prstGeom prst="rect">
            <a:avLst/>
          </a:prstGeom>
          <a:solidFill>
            <a:srgbClr val="FF7A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84000" y="900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06262A"/>
                </a:solidFill>
              </a:rPr>
              <a:t>BFB platformalar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84000" y="1188000"/>
            <a:ext cx="3600000" cy="61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Aqlli sensorlar bilan tos tubi mushaklari treningi.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243999" y="720000"/>
            <a:ext cx="37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243999" y="720000"/>
            <a:ext cx="3780000" cy="108000"/>
          </a:xfrm>
          <a:prstGeom prst="rect">
            <a:avLst/>
          </a:prstGeom>
          <a:solidFill>
            <a:srgbClr val="FFC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316000" y="900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06262A"/>
                </a:solidFill>
              </a:rPr>
              <a:t>Teletibbiyot + fizioterapiya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316000" y="1188000"/>
            <a:ext cx="3600000" cy="61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5E7D80"/>
                </a:solidFill>
              </a:rPr>
              <a:t>Masofadan reabilitatsiya nazorati va dasturlar.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052000"/>
            <a:ext cx="3780000" cy="900000"/>
          </a:xfrm>
          <a:prstGeom prst="rect">
            <a:avLst/>
          </a:prstGeom>
          <a:solidFill>
            <a:srgbClr val="E9FB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51999" y="2124000"/>
            <a:ext cx="360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2200" b="1" dirty="0">
                <a:solidFill>
                  <a:srgbClr val="13B3A6"/>
                </a:solidFill>
              </a:rPr>
              <a:t>↓ 40%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51999" y="2376000"/>
            <a:ext cx="3600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5E7D80"/>
                </a:solidFill>
              </a:rPr>
              <a:t>Surunkali og'riq kamayishi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212000" y="2052000"/>
            <a:ext cx="3780000" cy="900000"/>
          </a:xfrm>
          <a:prstGeom prst="rect">
            <a:avLst/>
          </a:prstGeom>
          <a:solidFill>
            <a:srgbClr val="E9FB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84000" y="2124000"/>
            <a:ext cx="360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2200" b="1" dirty="0">
                <a:solidFill>
                  <a:srgbClr val="13B3A6"/>
                </a:solidFill>
              </a:rPr>
              <a:t>↑ 2x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84000" y="2376000"/>
            <a:ext cx="3600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5E7D80"/>
                </a:solidFill>
              </a:rPr>
              <a:t>Reabilitatsiya tezligi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243999" y="2052000"/>
            <a:ext cx="3780000" cy="900000"/>
          </a:xfrm>
          <a:prstGeom prst="rect">
            <a:avLst/>
          </a:prstGeom>
          <a:solidFill>
            <a:srgbClr val="E9FB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316000" y="2124000"/>
            <a:ext cx="360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2200" b="1" dirty="0">
                <a:solidFill>
                  <a:srgbClr val="13B3A6"/>
                </a:solidFill>
              </a:rPr>
              <a:t>90%+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316000" y="2376000"/>
            <a:ext cx="3600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5E7D80"/>
                </a:solidFill>
              </a:rPr>
              <a:t>Bemorlar qoniqishi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A5C5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ASOSIY XULOSALAR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60000" y="871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96800" y="792000"/>
            <a:ext cx="110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0" dirty="0">
                <a:solidFill>
                  <a:srgbClr val="06262A"/>
                </a:solidFill>
              </a:rPr>
              <a:t>Fizioterapiya — akusherlik-ginekologiya va urologik-andrologiyada kompleks davolashning samarali bo'g'ini.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60000" y="1141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96800" y="1062000"/>
            <a:ext cx="110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0" dirty="0">
                <a:solidFill>
                  <a:srgbClr val="06262A"/>
                </a:solidFill>
              </a:rPr>
              <a:t>Dorisiz, og'riqsiz va kam nojo'ya ta'sirli bo'lib, dorilar samarasini kuchaytiradi.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60000" y="1411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96800" y="1332000"/>
            <a:ext cx="110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0" dirty="0">
                <a:solidFill>
                  <a:srgbClr val="06262A"/>
                </a:solidFill>
              </a:rPr>
              <a:t>Tos tubi reabilitatsiyasi va zamonaviy usullar hayot sifatini sezilarli oshiradi.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60000" y="1681200"/>
            <a:ext cx="64800" cy="64800"/>
          </a:xfrm>
          <a:prstGeom prst="rect">
            <a:avLst/>
          </a:prstGeom>
          <a:solidFill>
            <a:srgbClr val="13B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96800" y="1602000"/>
            <a:ext cx="110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0" dirty="0">
                <a:solidFill>
                  <a:srgbClr val="06262A"/>
                </a:solidFill>
              </a:rPr>
              <a:t>Har bir holatda ko'rsatma va qarshi ko'rsatmalarni qat'iy hisobga olish shart.</a:t>
            </a:r>
          </a:p>
        </p:txBody>
      </p:sp>
    </p:spTree>
  </p:cSld>
  <p:clrMapOvr>
    <a:masterClr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63B4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0" y="1080000"/>
            <a:ext cx="12192119" cy="72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3600" b="1" dirty="0">
                <a:solidFill>
                  <a:srgbClr val="FFFFFF"/>
                </a:solidFill>
              </a:rPr>
              <a:t>E'tiboringiz uchun rahmat!</a:t>
            </a:r>
          </a:p>
        </p:txBody>
      </p:sp>
      <p:sp>
        <p:nvSpPr>
          <p:cNvPr id="20" name="tb"/>
          <p:cNvSpPr txBox="1"/>
          <p:nvPr/>
        </p:nvSpPr>
        <p:spPr>
          <a:xfrm>
            <a:off x="0" y="1980000"/>
            <a:ext cx="12192119" cy="43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800" b="0" dirty="0">
                <a:solidFill>
                  <a:srgbClr val="1DE0C4"/>
                </a:solidFill>
              </a:rPr>
              <a:t>Sog'lom reproduktiv salomatlik — sifatli hayot kaliti.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0" y="2700000"/>
            <a:ext cx="12192119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400" b="0" dirty="0">
                <a:solidFill>
                  <a:srgbClr val="13B3A6"/>
                </a:solidFill>
              </a:rPr>
              <a:t>PhysioMed  ·  2026</a:t>
            </a:r>
          </a:p>
        </p:txBody>
      </p:sp>
    </p:spTree>
  </p:cSld>
  <p:clrMapOvr>
    <a:masterClr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Akusherlik-ginekologiya va urologik-andrologik amaliyotda fizioterapiya</dc:title>
  <dc:creator>Kiro</dc:creator>
</cp:coreProperties>
</file>